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1EB857-B45B-49C9-B37E-DF6366B58CED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504930-C64F-4588-9348-EB191FE809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8960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504930-C64F-4588-9348-EB191FE809F4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63193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2F089B-2AA0-C0B7-6417-7C25A459A6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48E2932-6E35-D235-C599-BA0D195752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5BBBE7F-3AD9-19D6-7612-A639EDBCC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6236-8A3B-4429-89B2-2F963504249E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61CCEF-9CBD-1B30-CF20-A1D3325E9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64C0818-1B29-8BBB-BCF5-6ABA75C21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1288C-F1DE-4A8E-9B6F-8C8FFA54B39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68628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F283BB8-527E-BD6D-3005-EB7960C3F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A1676ED-3C86-59D4-9F30-64201F0FA1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2042BA0-7462-0D69-3421-9EDA6C654A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6236-8A3B-4429-89B2-2F963504249E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D0D92C4-7300-8DF9-CDDE-81F9C9704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524DA5D-0026-CD7A-38B3-6F35E6A2B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1288C-F1DE-4A8E-9B6F-8C8FFA54B39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325424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1FAE794-7EF5-8115-7BA4-4E944B2E8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1636AAC-B098-7CBF-C592-6B84CF523D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6D3C00A-D352-9E8D-A5FD-6C2C55DDB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6236-8A3B-4429-89B2-2F963504249E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E46D121-680F-9B9A-F1E8-214856C90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D7261E8-E198-3324-F8E8-B4C4BE55A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1288C-F1DE-4A8E-9B6F-8C8FFA54B39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97847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7792A6A-041D-F11F-421C-F6A19BF70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E656950-3592-47CF-FC7A-53CD332D54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E44C331-0123-243E-9DD0-D40132B0D4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21418FA-11A4-65F6-C449-21D34A1F4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6236-8A3B-4429-89B2-2F963504249E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AFC8785-7382-E2DE-B13D-8D94D1FC9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20AAEB4-327E-AECB-C10F-F7426CDF5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1288C-F1DE-4A8E-9B6F-8C8FFA54B39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26912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4C71F29-989C-72E3-01AE-C0248FFAD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8941D33-12C3-B4AA-AD8E-9940087B5D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937634B-457A-97CA-1035-CDEE8A78F9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535274E-BC9B-28AA-F599-26FE829291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5F6EDFE6-C8EB-C847-68FF-41250C363D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56CCA2E-5AE5-22B2-4184-182F252B4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6236-8A3B-4429-89B2-2F963504249E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F815834-94C3-AA98-EA87-08EED96CE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6E8DDD9-DB23-55A6-DE91-E7711D800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1288C-F1DE-4A8E-9B6F-8C8FFA54B39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6209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233F2F-485F-CD04-3658-3D14B5A5D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309FC9C-27EE-E6D7-F0B6-0684AA9F8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6236-8A3B-4429-89B2-2F963504249E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F84BB71-DD74-D469-BA70-355F921207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8B33C96-42F4-199B-6156-63E6DCC0A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1288C-F1DE-4A8E-9B6F-8C8FFA54B39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93299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B4D8807-2FDB-43FF-6ED9-23B014657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6236-8A3B-4429-89B2-2F963504249E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9EA2072-1D3F-9060-E49E-1C6A573B4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EF0A033-DE05-FB39-C6A9-1C20CBB2F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1288C-F1DE-4A8E-9B6F-8C8FFA54B39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88163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6682F6-6FD2-900A-7DD6-6CCC975D46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08C8478-52F5-0569-2AE4-1485B6664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1184845-ED51-8184-B4F8-6A9AE34B7D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9883D17-2077-2EE0-CB7C-BC24515EF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6236-8A3B-4429-89B2-2F963504249E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617C9C8-A244-8D6B-8771-9B541915F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EEDDADD-8C4E-702B-A20E-8571C89F4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1288C-F1DE-4A8E-9B6F-8C8FFA54B39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11893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77C9991-57D6-75DA-B468-F5B22B0C5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0B48EBB-E9FD-2367-F9B0-93424A142C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912CC46-5EE4-818E-B90E-59158C2F5A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C7AD116-3D29-AC68-470D-51678BF45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6236-8A3B-4429-89B2-2F963504249E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8BF12DD-5125-6243-C210-D2AACF3DD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B699193-A387-0ACB-6D0D-FC1B01E4E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1288C-F1DE-4A8E-9B6F-8C8FFA54B39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768925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55C93BD-66B1-911B-D75D-46D6D2D38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A69FAFF-36DB-ACEA-7587-F84FCA1D31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4E2405D-C674-CD52-0413-CB0D31E1C5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6236-8A3B-4429-89B2-2F963504249E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D4A4CE-C149-5A9B-38E9-12F9A4F45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D3501A7-7ACE-4725-3C1C-FE5415C21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1288C-F1DE-4A8E-9B6F-8C8FFA54B39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0580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37BDFC6-F131-1F95-73A5-E52E77DAE5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755EE49-B132-6056-B11B-F42144E9F8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A1AE2F8-BEE5-5BD7-2629-87B443966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6236-8A3B-4429-89B2-2F963504249E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876DCAA-7916-2322-7E78-E463607CE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2D0D2D4-AFAD-881D-058C-41876370D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1288C-F1DE-4A8E-9B6F-8C8FFA54B39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16482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623AE8B-5FE9-6900-9611-FEADFD59F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8820628-76BB-32AF-718A-F6EA884138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3A8E630-2DD1-4184-6B4C-A6E7D0C843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FB6236-8A3B-4429-89B2-2F963504249E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3720F7E-F404-E229-7E69-A7F37C2575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CE96586-2D16-8D09-8DF6-6B0FF9089A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B1288C-F1DE-4A8E-9B6F-8C8FFA54B39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0808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66796C8-F55A-A440-C2AB-78EB34971AD8}"/>
              </a:ext>
            </a:extLst>
          </p:cNvPr>
          <p:cNvSpPr txBox="1"/>
          <p:nvPr/>
        </p:nvSpPr>
        <p:spPr>
          <a:xfrm>
            <a:off x="468086" y="337456"/>
            <a:ext cx="31568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600" b="1" dirty="0"/>
              <a:t>DFD</a:t>
            </a:r>
            <a:r>
              <a:rPr kumimoji="1" lang="ja-JP" altLang="en-US" sz="3600" b="1" dirty="0"/>
              <a:t>レベル</a:t>
            </a:r>
            <a:r>
              <a:rPr kumimoji="1" lang="en-US" altLang="ja-JP" sz="3600" b="1" dirty="0"/>
              <a:t>0</a:t>
            </a:r>
            <a:endParaRPr kumimoji="1" lang="ja-JP" altLang="en-US" sz="3600" b="1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4CCEB0E-05A5-0A1F-6714-4B19DEB5A0AB}"/>
              </a:ext>
            </a:extLst>
          </p:cNvPr>
          <p:cNvSpPr/>
          <p:nvPr/>
        </p:nvSpPr>
        <p:spPr>
          <a:xfrm>
            <a:off x="1578428" y="2046515"/>
            <a:ext cx="2046515" cy="94705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600" b="1" dirty="0"/>
              <a:t>利用者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A0DAC20-2033-132C-6D4F-EE4CC7047ECD}"/>
              </a:ext>
            </a:extLst>
          </p:cNvPr>
          <p:cNvSpPr/>
          <p:nvPr/>
        </p:nvSpPr>
        <p:spPr>
          <a:xfrm>
            <a:off x="1578427" y="3864429"/>
            <a:ext cx="2046515" cy="94705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3600" b="1" dirty="0"/>
              <a:t>管理者</a:t>
            </a:r>
            <a:endParaRPr kumimoji="1" lang="ja-JP" altLang="en-US" sz="3600" b="1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8FF4E94F-72C5-BE8C-F365-40D0754DD602}"/>
              </a:ext>
            </a:extLst>
          </p:cNvPr>
          <p:cNvSpPr/>
          <p:nvPr/>
        </p:nvSpPr>
        <p:spPr>
          <a:xfrm>
            <a:off x="7734301" y="2586718"/>
            <a:ext cx="2879271" cy="1684564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600" b="1" dirty="0"/>
              <a:t>鍵管理</a:t>
            </a:r>
            <a:endParaRPr kumimoji="1" lang="en-US" altLang="ja-JP" sz="3600" b="1" dirty="0"/>
          </a:p>
          <a:p>
            <a:pPr algn="ctr"/>
            <a:r>
              <a:rPr kumimoji="1" lang="ja-JP" altLang="en-US" sz="3600" b="1" dirty="0"/>
              <a:t>システム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9AB15861-89CD-AE10-1DBC-FD60A153B716}"/>
              </a:ext>
            </a:extLst>
          </p:cNvPr>
          <p:cNvSpPr txBox="1"/>
          <p:nvPr/>
        </p:nvSpPr>
        <p:spPr>
          <a:xfrm>
            <a:off x="4188274" y="2907847"/>
            <a:ext cx="26506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b="1" dirty="0"/>
              <a:t>学籍番号、鍵選択</a:t>
            </a:r>
            <a:endParaRPr kumimoji="1" lang="ja-JP" altLang="en-US" sz="2400" b="1" dirty="0"/>
          </a:p>
        </p:txBody>
      </p: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5B1CFEF3-ABEF-AE94-8561-6417C80D1E52}"/>
              </a:ext>
            </a:extLst>
          </p:cNvPr>
          <p:cNvCxnSpPr>
            <a:cxnSpLocks/>
          </p:cNvCxnSpPr>
          <p:nvPr/>
        </p:nvCxnSpPr>
        <p:spPr>
          <a:xfrm>
            <a:off x="3624942" y="2710543"/>
            <a:ext cx="4109359" cy="598714"/>
          </a:xfrm>
          <a:prstGeom prst="bentConnector3">
            <a:avLst>
              <a:gd name="adj1" fmla="val 7086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コネクタ: カギ線 20">
            <a:extLst>
              <a:ext uri="{FF2B5EF4-FFF2-40B4-BE49-F238E27FC236}">
                <a16:creationId xmlns:a16="http://schemas.microsoft.com/office/drawing/2014/main" id="{483C34EB-983F-5F20-E35D-A972D0193178}"/>
              </a:ext>
            </a:extLst>
          </p:cNvPr>
          <p:cNvCxnSpPr/>
          <p:nvPr/>
        </p:nvCxnSpPr>
        <p:spPr>
          <a:xfrm rot="10800000">
            <a:off x="3624943" y="2286001"/>
            <a:ext cx="4109359" cy="881743"/>
          </a:xfrm>
          <a:prstGeom prst="bentConnector3">
            <a:avLst>
              <a:gd name="adj1" fmla="val 9205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F2A24F6B-DDF4-1C9B-48CB-BDF9EE563CDF}"/>
              </a:ext>
            </a:extLst>
          </p:cNvPr>
          <p:cNvSpPr txBox="1"/>
          <p:nvPr/>
        </p:nvSpPr>
        <p:spPr>
          <a:xfrm>
            <a:off x="4101191" y="4484925"/>
            <a:ext cx="31568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b="1" dirty="0"/>
              <a:t>貸出</a:t>
            </a:r>
            <a:r>
              <a:rPr lang="en-US" altLang="ja-JP" sz="2400" b="1" dirty="0"/>
              <a:t>/</a:t>
            </a:r>
            <a:r>
              <a:rPr lang="ja-JP" altLang="en-US" sz="2400" b="1" dirty="0"/>
              <a:t>返却情報、履歴</a:t>
            </a:r>
            <a:endParaRPr kumimoji="1" lang="ja-JP" altLang="en-US" sz="2400" b="1" dirty="0"/>
          </a:p>
        </p:txBody>
      </p:sp>
      <p:cxnSp>
        <p:nvCxnSpPr>
          <p:cNvPr id="25" name="コネクタ: カギ線 24">
            <a:extLst>
              <a:ext uri="{FF2B5EF4-FFF2-40B4-BE49-F238E27FC236}">
                <a16:creationId xmlns:a16="http://schemas.microsoft.com/office/drawing/2014/main" id="{71922AA5-7032-61ED-A07B-8A7D5E9B81D2}"/>
              </a:ext>
            </a:extLst>
          </p:cNvPr>
          <p:cNvCxnSpPr>
            <a:cxnSpLocks/>
          </p:cNvCxnSpPr>
          <p:nvPr/>
        </p:nvCxnSpPr>
        <p:spPr>
          <a:xfrm flipV="1">
            <a:off x="3624942" y="3559629"/>
            <a:ext cx="4109359" cy="600075"/>
          </a:xfrm>
          <a:prstGeom prst="bentConnector3">
            <a:avLst>
              <a:gd name="adj1" fmla="val 7351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2BBB391C-485E-4C04-6F12-460A9EE36767}"/>
              </a:ext>
            </a:extLst>
          </p:cNvPr>
          <p:cNvSpPr txBox="1"/>
          <p:nvPr/>
        </p:nvSpPr>
        <p:spPr>
          <a:xfrm>
            <a:off x="4018189" y="3532224"/>
            <a:ext cx="33228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b="1" dirty="0"/>
              <a:t>学籍番号、パスワード</a:t>
            </a:r>
            <a:endParaRPr kumimoji="1" lang="ja-JP" altLang="en-US" sz="2400" b="1" dirty="0"/>
          </a:p>
        </p:txBody>
      </p:sp>
      <p:cxnSp>
        <p:nvCxnSpPr>
          <p:cNvPr id="32" name="コネクタ: カギ線 31">
            <a:extLst>
              <a:ext uri="{FF2B5EF4-FFF2-40B4-BE49-F238E27FC236}">
                <a16:creationId xmlns:a16="http://schemas.microsoft.com/office/drawing/2014/main" id="{0F66A3B9-5B04-FD2F-9C7D-007B69F850C7}"/>
              </a:ext>
            </a:extLst>
          </p:cNvPr>
          <p:cNvCxnSpPr>
            <a:cxnSpLocks/>
          </p:cNvCxnSpPr>
          <p:nvPr/>
        </p:nvCxnSpPr>
        <p:spPr>
          <a:xfrm rot="10800000" flipV="1">
            <a:off x="3624944" y="3722916"/>
            <a:ext cx="4109356" cy="798735"/>
          </a:xfrm>
          <a:prstGeom prst="bentConnector3">
            <a:avLst>
              <a:gd name="adj1" fmla="val 8675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C16FEA35-6040-9879-80B3-146E5F9CA708}"/>
              </a:ext>
            </a:extLst>
          </p:cNvPr>
          <p:cNvSpPr txBox="1"/>
          <p:nvPr/>
        </p:nvSpPr>
        <p:spPr>
          <a:xfrm>
            <a:off x="3889602" y="1855435"/>
            <a:ext cx="35637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ログ、エラーメッセージ</a:t>
            </a:r>
          </a:p>
        </p:txBody>
      </p:sp>
    </p:spTree>
    <p:extLst>
      <p:ext uri="{BB962C8B-B14F-4D97-AF65-F5344CB8AC3E}">
        <p14:creationId xmlns:p14="http://schemas.microsoft.com/office/powerpoint/2010/main" val="887909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C1A05-7915-AE7A-307D-9EF1949D2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94D75C5-501A-6D98-A290-16A6329621FA}"/>
              </a:ext>
            </a:extLst>
          </p:cNvPr>
          <p:cNvSpPr txBox="1"/>
          <p:nvPr/>
        </p:nvSpPr>
        <p:spPr>
          <a:xfrm>
            <a:off x="468086" y="337456"/>
            <a:ext cx="31568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600" b="1" dirty="0"/>
              <a:t>DFD</a:t>
            </a:r>
            <a:r>
              <a:rPr kumimoji="1" lang="ja-JP" altLang="en-US" sz="3600" b="1" dirty="0"/>
              <a:t>レベル</a:t>
            </a:r>
            <a:r>
              <a:rPr lang="en-US" altLang="ja-JP" sz="3600" b="1" dirty="0"/>
              <a:t>1</a:t>
            </a:r>
            <a:endParaRPr kumimoji="1" lang="ja-JP" altLang="en-US" sz="3600" b="1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3317184-4AC4-15B7-F34B-6BE2E6FB6810}"/>
              </a:ext>
            </a:extLst>
          </p:cNvPr>
          <p:cNvSpPr/>
          <p:nvPr/>
        </p:nvSpPr>
        <p:spPr>
          <a:xfrm>
            <a:off x="1360713" y="1850015"/>
            <a:ext cx="2046515" cy="94705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600" b="1" dirty="0"/>
              <a:t>利用者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D890C2E-8B83-11A3-E87D-97373387F122}"/>
              </a:ext>
            </a:extLst>
          </p:cNvPr>
          <p:cNvSpPr/>
          <p:nvPr/>
        </p:nvSpPr>
        <p:spPr>
          <a:xfrm>
            <a:off x="1360712" y="4901291"/>
            <a:ext cx="2046515" cy="94705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3600" b="1" dirty="0"/>
              <a:t>管理者</a:t>
            </a:r>
            <a:endParaRPr kumimoji="1" lang="ja-JP" altLang="en-US" sz="3600" b="1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BE1510E5-C336-7D6A-8D79-7379DF444B83}"/>
              </a:ext>
            </a:extLst>
          </p:cNvPr>
          <p:cNvSpPr/>
          <p:nvPr/>
        </p:nvSpPr>
        <p:spPr>
          <a:xfrm>
            <a:off x="4982934" y="809628"/>
            <a:ext cx="2226128" cy="1347106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3600" b="1" dirty="0"/>
              <a:t>鍵貸出処理</a:t>
            </a:r>
            <a:endParaRPr kumimoji="1" lang="en-US" altLang="ja-JP" sz="3600" b="1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BDAF400B-4272-63AB-91A6-EA5CAE5255DD}"/>
              </a:ext>
            </a:extLst>
          </p:cNvPr>
          <p:cNvSpPr/>
          <p:nvPr/>
        </p:nvSpPr>
        <p:spPr>
          <a:xfrm>
            <a:off x="4982934" y="2509159"/>
            <a:ext cx="2226128" cy="1347106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3600" b="1" dirty="0"/>
              <a:t>鍵返却処理</a:t>
            </a:r>
            <a:endParaRPr kumimoji="1" lang="en-US" altLang="ja-JP" sz="3600" b="1" dirty="0"/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DBAD3D3A-6CAD-06A3-3959-B5E2158223DA}"/>
              </a:ext>
            </a:extLst>
          </p:cNvPr>
          <p:cNvSpPr/>
          <p:nvPr/>
        </p:nvSpPr>
        <p:spPr>
          <a:xfrm>
            <a:off x="4582885" y="4701266"/>
            <a:ext cx="3026227" cy="1347106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3600" b="1" dirty="0"/>
              <a:t>履歴参照処理</a:t>
            </a:r>
            <a:endParaRPr kumimoji="1" lang="en-US" altLang="ja-JP" sz="3600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D49A864-03A5-77CC-A208-B8496FD15674}"/>
              </a:ext>
            </a:extLst>
          </p:cNvPr>
          <p:cNvSpPr txBox="1"/>
          <p:nvPr/>
        </p:nvSpPr>
        <p:spPr>
          <a:xfrm>
            <a:off x="9182103" y="4198917"/>
            <a:ext cx="242751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履歴情報</a:t>
            </a:r>
            <a:endParaRPr kumimoji="1" lang="en-US" altLang="ja-JP" sz="2800" dirty="0"/>
          </a:p>
          <a:p>
            <a:r>
              <a:rPr kumimoji="1" lang="ja-JP" altLang="en-US" sz="2800" dirty="0"/>
              <a:t>データベース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277B685-FFF9-CFF6-689A-2A8785122C63}"/>
              </a:ext>
            </a:extLst>
          </p:cNvPr>
          <p:cNvSpPr txBox="1"/>
          <p:nvPr/>
        </p:nvSpPr>
        <p:spPr>
          <a:xfrm>
            <a:off x="9182102" y="1372962"/>
            <a:ext cx="242751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dirty="0"/>
              <a:t>鍵</a:t>
            </a:r>
            <a:r>
              <a:rPr kumimoji="1" lang="ja-JP" altLang="en-US" sz="2800" dirty="0"/>
              <a:t>情報</a:t>
            </a:r>
            <a:endParaRPr kumimoji="1" lang="en-US" altLang="ja-JP" sz="2800" dirty="0"/>
          </a:p>
          <a:p>
            <a:r>
              <a:rPr kumimoji="1" lang="ja-JP" altLang="en-US" sz="2800" dirty="0"/>
              <a:t>データベース</a:t>
            </a:r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8052BDF2-2C86-7ABB-7C66-BF976951EBB5}"/>
              </a:ext>
            </a:extLst>
          </p:cNvPr>
          <p:cNvCxnSpPr/>
          <p:nvPr/>
        </p:nvCxnSpPr>
        <p:spPr>
          <a:xfrm>
            <a:off x="9089571" y="1273629"/>
            <a:ext cx="239485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0EA48014-A7C9-CC33-EBC2-B145DE8EA994}"/>
              </a:ext>
            </a:extLst>
          </p:cNvPr>
          <p:cNvCxnSpPr/>
          <p:nvPr/>
        </p:nvCxnSpPr>
        <p:spPr>
          <a:xfrm>
            <a:off x="9089571" y="2334429"/>
            <a:ext cx="239485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E49D4E28-CB0E-6BC4-BAF7-5A4B6B9A9D12}"/>
              </a:ext>
            </a:extLst>
          </p:cNvPr>
          <p:cNvCxnSpPr/>
          <p:nvPr/>
        </p:nvCxnSpPr>
        <p:spPr>
          <a:xfrm>
            <a:off x="9182102" y="4111831"/>
            <a:ext cx="239485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D70A2749-5DE9-C6B3-D9AA-06E478A0C2AE}"/>
              </a:ext>
            </a:extLst>
          </p:cNvPr>
          <p:cNvCxnSpPr/>
          <p:nvPr/>
        </p:nvCxnSpPr>
        <p:spPr>
          <a:xfrm>
            <a:off x="9214759" y="5153024"/>
            <a:ext cx="239485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D49FD6A1-CBE4-1E89-B021-3EA81C2876C4}"/>
              </a:ext>
            </a:extLst>
          </p:cNvPr>
          <p:cNvCxnSpPr>
            <a:stCxn id="5" idx="3"/>
            <a:endCxn id="7" idx="2"/>
          </p:cNvCxnSpPr>
          <p:nvPr/>
        </p:nvCxnSpPr>
        <p:spPr>
          <a:xfrm flipV="1">
            <a:off x="3407228" y="1483181"/>
            <a:ext cx="1575706" cy="840363"/>
          </a:xfrm>
          <a:prstGeom prst="line">
            <a:avLst/>
          </a:prstGeom>
          <a:ln w="381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835350D8-D059-D114-E98B-30BBD95CCF5A}"/>
              </a:ext>
            </a:extLst>
          </p:cNvPr>
          <p:cNvCxnSpPr>
            <a:stCxn id="5" idx="3"/>
            <a:endCxn id="2" idx="2"/>
          </p:cNvCxnSpPr>
          <p:nvPr/>
        </p:nvCxnSpPr>
        <p:spPr>
          <a:xfrm>
            <a:off x="3407228" y="2323544"/>
            <a:ext cx="1575706" cy="859168"/>
          </a:xfrm>
          <a:prstGeom prst="line">
            <a:avLst/>
          </a:prstGeom>
          <a:ln w="381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29D42197-11E1-8DA6-3043-AECE8613A948}"/>
              </a:ext>
            </a:extLst>
          </p:cNvPr>
          <p:cNvCxnSpPr>
            <a:stCxn id="6" idx="3"/>
            <a:endCxn id="3" idx="2"/>
          </p:cNvCxnSpPr>
          <p:nvPr/>
        </p:nvCxnSpPr>
        <p:spPr>
          <a:xfrm flipV="1">
            <a:off x="3407227" y="5374819"/>
            <a:ext cx="1175658" cy="1"/>
          </a:xfrm>
          <a:prstGeom prst="line">
            <a:avLst/>
          </a:prstGeom>
          <a:ln w="381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86009D55-C71F-9C19-63C0-4847C9476D8B}"/>
              </a:ext>
            </a:extLst>
          </p:cNvPr>
          <p:cNvCxnSpPr>
            <a:stCxn id="9" idx="1"/>
            <a:endCxn id="7" idx="6"/>
          </p:cNvCxnSpPr>
          <p:nvPr/>
        </p:nvCxnSpPr>
        <p:spPr>
          <a:xfrm flipH="1" flipV="1">
            <a:off x="7209062" y="1483181"/>
            <a:ext cx="1973040" cy="36683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E553A9A3-A29F-C461-03F0-22BB7DA765ED}"/>
              </a:ext>
            </a:extLst>
          </p:cNvPr>
          <p:cNvCxnSpPr>
            <a:stCxn id="8" idx="1"/>
            <a:endCxn id="2" idx="6"/>
          </p:cNvCxnSpPr>
          <p:nvPr/>
        </p:nvCxnSpPr>
        <p:spPr>
          <a:xfrm flipH="1" flipV="1">
            <a:off x="7209062" y="3182712"/>
            <a:ext cx="1973041" cy="149325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AAE41A7C-6CFE-66E9-DC13-3C1E8B84A7DC}"/>
              </a:ext>
            </a:extLst>
          </p:cNvPr>
          <p:cNvCxnSpPr>
            <a:stCxn id="8" idx="1"/>
            <a:endCxn id="7" idx="6"/>
          </p:cNvCxnSpPr>
          <p:nvPr/>
        </p:nvCxnSpPr>
        <p:spPr>
          <a:xfrm flipH="1" flipV="1">
            <a:off x="7209062" y="1483181"/>
            <a:ext cx="1973041" cy="319279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154767DF-A220-7EAF-C0D4-82385632196A}"/>
              </a:ext>
            </a:extLst>
          </p:cNvPr>
          <p:cNvCxnSpPr>
            <a:stCxn id="8" idx="1"/>
            <a:endCxn id="3" idx="6"/>
          </p:cNvCxnSpPr>
          <p:nvPr/>
        </p:nvCxnSpPr>
        <p:spPr>
          <a:xfrm flipH="1">
            <a:off x="7609112" y="4675971"/>
            <a:ext cx="1572991" cy="69884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DCC426C1-2D57-E9FF-84E5-F6B7D540C864}"/>
              </a:ext>
            </a:extLst>
          </p:cNvPr>
          <p:cNvSpPr txBox="1"/>
          <p:nvPr/>
        </p:nvSpPr>
        <p:spPr>
          <a:xfrm>
            <a:off x="3320138" y="1041816"/>
            <a:ext cx="14940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b="1" dirty="0"/>
              <a:t>学籍番号</a:t>
            </a:r>
            <a:endParaRPr lang="en-US" altLang="ja-JP" sz="2400" b="1" dirty="0"/>
          </a:p>
          <a:p>
            <a:r>
              <a:rPr lang="ja-JP" altLang="en-US" sz="2400" b="1" dirty="0"/>
              <a:t>鍵選択</a:t>
            </a:r>
            <a:endParaRPr kumimoji="1" lang="ja-JP" altLang="en-US" sz="2400" b="1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6EBB7F0B-853C-75AB-82C5-AF1751D860A6}"/>
              </a:ext>
            </a:extLst>
          </p:cNvPr>
          <p:cNvSpPr txBox="1"/>
          <p:nvPr/>
        </p:nvSpPr>
        <p:spPr>
          <a:xfrm>
            <a:off x="3212643" y="2855101"/>
            <a:ext cx="14940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b="1" dirty="0"/>
              <a:t>学籍番号</a:t>
            </a:r>
            <a:endParaRPr lang="en-US" altLang="ja-JP" sz="2400" b="1" dirty="0"/>
          </a:p>
          <a:p>
            <a:r>
              <a:rPr lang="ja-JP" altLang="en-US" sz="2400" b="1" dirty="0"/>
              <a:t>鍵選択</a:t>
            </a:r>
            <a:endParaRPr kumimoji="1" lang="ja-JP" altLang="en-US" sz="2400" b="1" dirty="0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AC3C6B13-5039-7809-C4A7-BDF218247A35}"/>
              </a:ext>
            </a:extLst>
          </p:cNvPr>
          <p:cNvSpPr txBox="1"/>
          <p:nvPr/>
        </p:nvSpPr>
        <p:spPr>
          <a:xfrm>
            <a:off x="3407227" y="5544985"/>
            <a:ext cx="17403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b="1" dirty="0"/>
              <a:t>学籍番号</a:t>
            </a:r>
            <a:endParaRPr lang="en-US" altLang="ja-JP" sz="2400" b="1" dirty="0"/>
          </a:p>
          <a:p>
            <a:r>
              <a:rPr lang="ja-JP" altLang="en-US" sz="2400" b="1" dirty="0"/>
              <a:t>パスワード</a:t>
            </a:r>
            <a:endParaRPr kumimoji="1" lang="ja-JP" altLang="en-US" sz="2400" b="1" dirty="0"/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FE7DE4CB-8BE1-FBA2-5162-39905CE84F19}"/>
              </a:ext>
            </a:extLst>
          </p:cNvPr>
          <p:cNvSpPr txBox="1"/>
          <p:nvPr/>
        </p:nvSpPr>
        <p:spPr>
          <a:xfrm>
            <a:off x="7609112" y="699409"/>
            <a:ext cx="22261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b="1" dirty="0"/>
              <a:t>貸出</a:t>
            </a:r>
            <a:r>
              <a:rPr lang="en-US" altLang="ja-JP" sz="2400" b="1" dirty="0"/>
              <a:t>/</a:t>
            </a:r>
            <a:r>
              <a:rPr lang="ja-JP" altLang="en-US" sz="2400" b="1" dirty="0"/>
              <a:t>返却情報</a:t>
            </a:r>
            <a:endParaRPr lang="en-US" altLang="ja-JP" sz="2400" b="1" dirty="0"/>
          </a:p>
          <a:p>
            <a:r>
              <a:rPr lang="ja-JP" altLang="en-US" sz="2400" b="1" dirty="0"/>
              <a:t>履歴</a:t>
            </a:r>
            <a:endParaRPr kumimoji="1" lang="ja-JP" altLang="en-US" sz="2400" b="1" dirty="0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B0C8C285-1F20-A0AD-6D76-797BB6541BD0}"/>
              </a:ext>
            </a:extLst>
          </p:cNvPr>
          <p:cNvSpPr txBox="1"/>
          <p:nvPr/>
        </p:nvSpPr>
        <p:spPr>
          <a:xfrm>
            <a:off x="8322126" y="2669726"/>
            <a:ext cx="22261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b="1" dirty="0"/>
              <a:t>貸出</a:t>
            </a:r>
            <a:r>
              <a:rPr lang="en-US" altLang="ja-JP" sz="2400" b="1" dirty="0"/>
              <a:t>/</a:t>
            </a:r>
            <a:r>
              <a:rPr lang="ja-JP" altLang="en-US" sz="2400" b="1" dirty="0"/>
              <a:t>返却情報</a:t>
            </a:r>
            <a:endParaRPr lang="en-US" altLang="ja-JP" sz="2400" b="1" dirty="0"/>
          </a:p>
          <a:p>
            <a:r>
              <a:rPr lang="ja-JP" altLang="en-US" sz="2400" b="1" dirty="0"/>
              <a:t>履歴</a:t>
            </a:r>
            <a:endParaRPr kumimoji="1" lang="ja-JP" altLang="en-US" sz="2400" b="1" dirty="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298596AE-B45D-C82A-6892-610CF1E4F5F8}"/>
              </a:ext>
            </a:extLst>
          </p:cNvPr>
          <p:cNvSpPr txBox="1"/>
          <p:nvPr/>
        </p:nvSpPr>
        <p:spPr>
          <a:xfrm>
            <a:off x="6496048" y="3758777"/>
            <a:ext cx="22261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b="1" dirty="0"/>
              <a:t>貸出</a:t>
            </a:r>
            <a:r>
              <a:rPr lang="en-US" altLang="ja-JP" sz="2400" b="1" dirty="0"/>
              <a:t>/</a:t>
            </a:r>
            <a:r>
              <a:rPr lang="ja-JP" altLang="en-US" sz="2400" b="1" dirty="0"/>
              <a:t>返却情報</a:t>
            </a:r>
            <a:endParaRPr lang="en-US" altLang="ja-JP" sz="2400" b="1" dirty="0"/>
          </a:p>
          <a:p>
            <a:r>
              <a:rPr lang="ja-JP" altLang="en-US" sz="2400" b="1" dirty="0"/>
              <a:t>履歴</a:t>
            </a:r>
            <a:endParaRPr kumimoji="1" lang="ja-JP" altLang="en-US" sz="2400" b="1" dirty="0"/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1109B350-209F-B3B0-E07E-322CF8194FE9}"/>
              </a:ext>
            </a:extLst>
          </p:cNvPr>
          <p:cNvSpPr txBox="1"/>
          <p:nvPr/>
        </p:nvSpPr>
        <p:spPr>
          <a:xfrm>
            <a:off x="7791448" y="5222101"/>
            <a:ext cx="22261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b="1" dirty="0"/>
              <a:t>貸出</a:t>
            </a:r>
            <a:r>
              <a:rPr lang="en-US" altLang="ja-JP" sz="2400" b="1" dirty="0"/>
              <a:t>/</a:t>
            </a:r>
            <a:r>
              <a:rPr lang="ja-JP" altLang="en-US" sz="2400" b="1" dirty="0"/>
              <a:t>返却情報</a:t>
            </a:r>
            <a:endParaRPr lang="en-US" altLang="ja-JP" sz="2400" b="1" dirty="0"/>
          </a:p>
          <a:p>
            <a:r>
              <a:rPr lang="ja-JP" altLang="en-US" sz="2400" b="1" dirty="0"/>
              <a:t>履歴</a:t>
            </a:r>
            <a:endParaRPr kumimoji="1" lang="ja-JP" altLang="en-US" sz="2400" b="1" dirty="0"/>
          </a:p>
        </p:txBody>
      </p:sp>
      <p:cxnSp>
        <p:nvCxnSpPr>
          <p:cNvPr id="50" name="コネクタ: カギ線 49">
            <a:extLst>
              <a:ext uri="{FF2B5EF4-FFF2-40B4-BE49-F238E27FC236}">
                <a16:creationId xmlns:a16="http://schemas.microsoft.com/office/drawing/2014/main" id="{86064916-102E-C239-C6A3-E9E4EB006140}"/>
              </a:ext>
            </a:extLst>
          </p:cNvPr>
          <p:cNvCxnSpPr>
            <a:cxnSpLocks/>
            <a:stCxn id="7" idx="3"/>
          </p:cNvCxnSpPr>
          <p:nvPr/>
        </p:nvCxnSpPr>
        <p:spPr>
          <a:xfrm rot="5400000">
            <a:off x="4238323" y="1128359"/>
            <a:ext cx="239525" cy="1901716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コネクタ: カギ線 53">
            <a:extLst>
              <a:ext uri="{FF2B5EF4-FFF2-40B4-BE49-F238E27FC236}">
                <a16:creationId xmlns:a16="http://schemas.microsoft.com/office/drawing/2014/main" id="{465F8D28-1480-41AA-8C6B-C8047CA8231E}"/>
              </a:ext>
            </a:extLst>
          </p:cNvPr>
          <p:cNvCxnSpPr>
            <a:cxnSpLocks/>
            <a:stCxn id="2" idx="1"/>
          </p:cNvCxnSpPr>
          <p:nvPr/>
        </p:nvCxnSpPr>
        <p:spPr>
          <a:xfrm rot="16200000" flipV="1">
            <a:off x="4238324" y="1635819"/>
            <a:ext cx="239525" cy="1901714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コネクタ: カギ線 55">
            <a:extLst>
              <a:ext uri="{FF2B5EF4-FFF2-40B4-BE49-F238E27FC236}">
                <a16:creationId xmlns:a16="http://schemas.microsoft.com/office/drawing/2014/main" id="{1358EEDF-7E2D-9DFF-C953-0621CF077441}"/>
              </a:ext>
            </a:extLst>
          </p:cNvPr>
          <p:cNvCxnSpPr>
            <a:stCxn id="3" idx="1"/>
          </p:cNvCxnSpPr>
          <p:nvPr/>
        </p:nvCxnSpPr>
        <p:spPr>
          <a:xfrm rot="16200000" flipH="1" flipV="1">
            <a:off x="4153222" y="4152550"/>
            <a:ext cx="126850" cy="1618839"/>
          </a:xfrm>
          <a:prstGeom prst="bentConnector4">
            <a:avLst>
              <a:gd name="adj1" fmla="val -60071"/>
              <a:gd name="adj2" fmla="val 25359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1EA6A814-FC07-38C7-C673-B09735E32C5C}"/>
              </a:ext>
            </a:extLst>
          </p:cNvPr>
          <p:cNvSpPr txBox="1"/>
          <p:nvPr/>
        </p:nvSpPr>
        <p:spPr>
          <a:xfrm>
            <a:off x="5206886" y="2180605"/>
            <a:ext cx="27622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000" b="1" dirty="0"/>
              <a:t>エラーメッセージ</a:t>
            </a:r>
            <a:endParaRPr lang="en-US" altLang="ja-JP" sz="2000" b="1" dirty="0"/>
          </a:p>
        </p:txBody>
      </p: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0F689622-77A9-28C5-702D-8F16DAFB28B8}"/>
              </a:ext>
            </a:extLst>
          </p:cNvPr>
          <p:cNvSpPr txBox="1"/>
          <p:nvPr/>
        </p:nvSpPr>
        <p:spPr>
          <a:xfrm>
            <a:off x="3333745" y="4488564"/>
            <a:ext cx="27622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000" b="1" dirty="0"/>
              <a:t>エラーメッセージ</a:t>
            </a:r>
            <a:endParaRPr lang="en-US" altLang="ja-JP" sz="2000" b="1" dirty="0"/>
          </a:p>
        </p:txBody>
      </p:sp>
    </p:spTree>
    <p:extLst>
      <p:ext uri="{BB962C8B-B14F-4D97-AF65-F5344CB8AC3E}">
        <p14:creationId xmlns:p14="http://schemas.microsoft.com/office/powerpoint/2010/main" val="10732507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813</TotalTime>
  <Words>80</Words>
  <Application>Microsoft Office PowerPoint</Application>
  <PresentationFormat>ワイド画面</PresentationFormat>
  <Paragraphs>36</Paragraphs>
  <Slides>2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大野 颯也</dc:creator>
  <cp:lastModifiedBy>大野 颯也</cp:lastModifiedBy>
  <cp:revision>3</cp:revision>
  <dcterms:created xsi:type="dcterms:W3CDTF">2025-12-15T13:11:12Z</dcterms:created>
  <dcterms:modified xsi:type="dcterms:W3CDTF">2025-12-17T07:27:18Z</dcterms:modified>
</cp:coreProperties>
</file>