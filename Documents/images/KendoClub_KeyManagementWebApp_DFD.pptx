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1EB857-B45B-49C9-B37E-DF6366B58CED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504930-C64F-4588-9348-EB191FE809F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96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504930-C64F-4588-9348-EB191FE809F4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319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2F089B-2AA0-C0B7-6417-7C25A459A6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48E2932-6E35-D235-C599-BA0D195752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BBBE7F-3AD9-19D6-7612-A639EDBC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61CCEF-9CBD-1B30-CF20-A1D3325E9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4C0818-1B29-8BBB-BCF5-6ABA75C2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862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83BB8-527E-BD6D-3005-EB7960C3F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A1676ED-3C86-59D4-9F30-64201F0FA1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2042BA0-7462-0D69-3421-9EDA6C654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0D92C4-7300-8DF9-CDDE-81F9C9704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24DA5D-0026-CD7A-38B3-6F35E6A2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542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1FAE794-7EF5-8115-7BA4-4E944B2E8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1636AAC-B098-7CBF-C592-6B84CF523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D3C00A-D352-9E8D-A5FD-6C2C55DDB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46D121-680F-9B9A-F1E8-214856C90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7261E8-E198-3324-F8E8-B4C4BE55A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9784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792A6A-041D-F11F-421C-F6A19BF70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656950-3592-47CF-FC7A-53CD332D5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44C331-0123-243E-9DD0-D40132B0D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1418FA-11A4-65F6-C449-21D34A1F4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FC8785-7382-E2DE-B13D-8D94D1FC9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0AAEB4-327E-AECB-C10F-F7426CDF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2691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71F29-989C-72E3-01AE-C0248FFAD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941D33-12C3-B4AA-AD8E-9940087B5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937634B-457A-97CA-1035-CDEE8A78F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35274E-BC9B-28AA-F599-26FE829291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F6EDFE6-C8EB-C847-68FF-41250C363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56CCA2E-5AE5-22B2-4184-182F252B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F815834-94C3-AA98-EA87-08EED96CE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E8DDD9-DB23-55A6-DE91-E7711D800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620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33F2F-485F-CD04-3658-3D14B5A5D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309FC9C-27EE-E6D7-F0B6-0684AA9F8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F84BB71-DD74-D469-BA70-355F92120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8B33C96-42F4-199B-6156-63E6DCC0A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329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4D8807-2FDB-43FF-6ED9-23B014657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9EA2072-1D3F-9060-E49E-1C6A573B4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EF0A033-DE05-FB39-C6A9-1C20CBB2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881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6682F6-6FD2-900A-7DD6-6CCC975D4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8C8478-52F5-0569-2AE4-1485B666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1184845-ED51-8184-B4F8-6A9AE34B7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883D17-2077-2EE0-CB7C-BC24515E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617C9C8-A244-8D6B-8771-9B541915F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EEDDADD-8C4E-702B-A20E-8571C89F4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1189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7C9991-57D6-75DA-B468-F5B22B0C5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0B48EBB-E9FD-2367-F9B0-93424A142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912CC46-5EE4-818E-B90E-59158C2F5A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C7AD116-3D29-AC68-470D-51678BF4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8BF12DD-5125-6243-C210-D2AACF3DD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B699193-A387-0ACB-6D0D-FC1B01E4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892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5C93BD-66B1-911B-D75D-46D6D2D3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69FAFF-36DB-ACEA-7587-F84FCA1D3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E2405D-C674-CD52-0413-CB0D31E1C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D4A4CE-C149-5A9B-38E9-12F9A4F45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D3501A7-7ACE-4725-3C1C-FE5415C2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5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37BDFC6-F131-1F95-73A5-E52E77DAE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55EE49-B132-6056-B11B-F42144E9F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1AE2F8-BEE5-5BD7-2629-87B443966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76DCAA-7916-2322-7E78-E463607CE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D0D2D4-AFAD-881D-058C-41876370D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164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623AE8B-5FE9-6900-9611-FEADFD59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8820628-76BB-32AF-718A-F6EA88413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3A8E630-2DD1-4184-6B4C-A6E7D0C843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B6236-8A3B-4429-89B2-2F963504249E}" type="datetimeFigureOut">
              <a:rPr kumimoji="1" lang="ja-JP" altLang="en-US" smtClean="0"/>
              <a:t>2025/12/24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720F7E-F404-E229-7E69-A7F37C2575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E96586-2D16-8D09-8DF6-6B0FF9089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B1288C-F1DE-4A8E-9B6F-8C8FFA54B39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080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6796C8-F55A-A440-C2AB-78EB34971AD8}"/>
              </a:ext>
            </a:extLst>
          </p:cNvPr>
          <p:cNvSpPr txBox="1"/>
          <p:nvPr/>
        </p:nvSpPr>
        <p:spPr>
          <a:xfrm>
            <a:off x="468086" y="337456"/>
            <a:ext cx="3156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DFD</a:t>
            </a:r>
            <a:r>
              <a:rPr kumimoji="1" lang="ja-JP" altLang="en-US" sz="3600" b="1" dirty="0"/>
              <a:t>レベル</a:t>
            </a:r>
            <a:r>
              <a:rPr kumimoji="1" lang="en-US" altLang="ja-JP" sz="3600" b="1" dirty="0"/>
              <a:t>0</a:t>
            </a:r>
            <a:endParaRPr kumimoji="1" lang="ja-JP" altLang="en-US" sz="3600" b="1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4CCEB0E-05A5-0A1F-6714-4B19DEB5A0AB}"/>
              </a:ext>
            </a:extLst>
          </p:cNvPr>
          <p:cNvSpPr/>
          <p:nvPr/>
        </p:nvSpPr>
        <p:spPr>
          <a:xfrm>
            <a:off x="1578428" y="2046515"/>
            <a:ext cx="2046515" cy="9470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/>
              <a:t>利用者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A0DAC20-2033-132C-6D4F-EE4CC7047ECD}"/>
              </a:ext>
            </a:extLst>
          </p:cNvPr>
          <p:cNvSpPr/>
          <p:nvPr/>
        </p:nvSpPr>
        <p:spPr>
          <a:xfrm>
            <a:off x="1578427" y="3864429"/>
            <a:ext cx="2046515" cy="9470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/>
              <a:t>管理者</a:t>
            </a:r>
            <a:endParaRPr kumimoji="1" lang="ja-JP" altLang="en-US" sz="3600" b="1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8FF4E94F-72C5-BE8C-F365-40D0754DD602}"/>
              </a:ext>
            </a:extLst>
          </p:cNvPr>
          <p:cNvSpPr/>
          <p:nvPr/>
        </p:nvSpPr>
        <p:spPr>
          <a:xfrm>
            <a:off x="7734301" y="2586718"/>
            <a:ext cx="2879271" cy="168456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/>
              <a:t>鍵管理</a:t>
            </a:r>
            <a:endParaRPr kumimoji="1" lang="en-US" altLang="ja-JP" sz="3600" b="1" dirty="0"/>
          </a:p>
          <a:p>
            <a:pPr algn="ctr"/>
            <a:r>
              <a:rPr kumimoji="1" lang="ja-JP" altLang="en-US" sz="3600" b="1" dirty="0"/>
              <a:t>システム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AB15861-89CD-AE10-1DBC-FD60A153B716}"/>
              </a:ext>
            </a:extLst>
          </p:cNvPr>
          <p:cNvSpPr txBox="1"/>
          <p:nvPr/>
        </p:nvSpPr>
        <p:spPr>
          <a:xfrm>
            <a:off x="4188274" y="2907847"/>
            <a:ext cx="2650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学籍番号、鍵選択</a:t>
            </a:r>
            <a:endParaRPr kumimoji="1" lang="ja-JP" altLang="en-US" sz="2400" b="1" dirty="0"/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5B1CFEF3-ABEF-AE94-8561-6417C80D1E52}"/>
              </a:ext>
            </a:extLst>
          </p:cNvPr>
          <p:cNvCxnSpPr>
            <a:cxnSpLocks/>
          </p:cNvCxnSpPr>
          <p:nvPr/>
        </p:nvCxnSpPr>
        <p:spPr>
          <a:xfrm>
            <a:off x="3624942" y="2710543"/>
            <a:ext cx="4109359" cy="598714"/>
          </a:xfrm>
          <a:prstGeom prst="bentConnector3">
            <a:avLst>
              <a:gd name="adj1" fmla="val 7086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483C34EB-983F-5F20-E35D-A972D0193178}"/>
              </a:ext>
            </a:extLst>
          </p:cNvPr>
          <p:cNvCxnSpPr/>
          <p:nvPr/>
        </p:nvCxnSpPr>
        <p:spPr>
          <a:xfrm rot="10800000">
            <a:off x="3624943" y="2286001"/>
            <a:ext cx="4109359" cy="881743"/>
          </a:xfrm>
          <a:prstGeom prst="bentConnector3">
            <a:avLst>
              <a:gd name="adj1" fmla="val 9205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2A24F6B-DDF4-1C9B-48CB-BDF9EE563CDF}"/>
              </a:ext>
            </a:extLst>
          </p:cNvPr>
          <p:cNvSpPr txBox="1"/>
          <p:nvPr/>
        </p:nvSpPr>
        <p:spPr>
          <a:xfrm>
            <a:off x="4101191" y="4484925"/>
            <a:ext cx="3156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貸出</a:t>
            </a:r>
            <a:r>
              <a:rPr lang="en-US" altLang="ja-JP" sz="2400" b="1" dirty="0"/>
              <a:t>/</a:t>
            </a:r>
            <a:r>
              <a:rPr lang="ja-JP" altLang="en-US" sz="2400" b="1" dirty="0"/>
              <a:t>返却情報、履歴</a:t>
            </a:r>
            <a:endParaRPr kumimoji="1" lang="ja-JP" altLang="en-US" sz="2400" b="1" dirty="0"/>
          </a:p>
        </p:txBody>
      </p: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71922AA5-7032-61ED-A07B-8A7D5E9B81D2}"/>
              </a:ext>
            </a:extLst>
          </p:cNvPr>
          <p:cNvCxnSpPr>
            <a:cxnSpLocks/>
          </p:cNvCxnSpPr>
          <p:nvPr/>
        </p:nvCxnSpPr>
        <p:spPr>
          <a:xfrm flipV="1">
            <a:off x="3624942" y="3559629"/>
            <a:ext cx="4109359" cy="600075"/>
          </a:xfrm>
          <a:prstGeom prst="bentConnector3">
            <a:avLst>
              <a:gd name="adj1" fmla="val 7351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BBB391C-485E-4C04-6F12-460A9EE36767}"/>
              </a:ext>
            </a:extLst>
          </p:cNvPr>
          <p:cNvSpPr txBox="1"/>
          <p:nvPr/>
        </p:nvSpPr>
        <p:spPr>
          <a:xfrm>
            <a:off x="4018189" y="3532224"/>
            <a:ext cx="3322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学籍番号、パスワード</a:t>
            </a:r>
            <a:endParaRPr kumimoji="1" lang="ja-JP" altLang="en-US" sz="2400" b="1" dirty="0"/>
          </a:p>
        </p:txBody>
      </p:sp>
      <p:cxnSp>
        <p:nvCxnSpPr>
          <p:cNvPr id="32" name="コネクタ: カギ線 31">
            <a:extLst>
              <a:ext uri="{FF2B5EF4-FFF2-40B4-BE49-F238E27FC236}">
                <a16:creationId xmlns:a16="http://schemas.microsoft.com/office/drawing/2014/main" id="{0F66A3B9-5B04-FD2F-9C7D-007B69F850C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24944" y="3722916"/>
            <a:ext cx="4109356" cy="798735"/>
          </a:xfrm>
          <a:prstGeom prst="bentConnector3">
            <a:avLst>
              <a:gd name="adj1" fmla="val 8675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C16FEA35-6040-9879-80B3-146E5F9CA708}"/>
              </a:ext>
            </a:extLst>
          </p:cNvPr>
          <p:cNvSpPr txBox="1"/>
          <p:nvPr/>
        </p:nvSpPr>
        <p:spPr>
          <a:xfrm>
            <a:off x="5185002" y="1832308"/>
            <a:ext cx="35637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ログ</a:t>
            </a:r>
          </a:p>
        </p:txBody>
      </p:sp>
    </p:spTree>
    <p:extLst>
      <p:ext uri="{BB962C8B-B14F-4D97-AF65-F5344CB8AC3E}">
        <p14:creationId xmlns:p14="http://schemas.microsoft.com/office/powerpoint/2010/main" val="887909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C1A05-7915-AE7A-307D-9EF1949D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94D75C5-501A-6D98-A290-16A6329621FA}"/>
              </a:ext>
            </a:extLst>
          </p:cNvPr>
          <p:cNvSpPr txBox="1"/>
          <p:nvPr/>
        </p:nvSpPr>
        <p:spPr>
          <a:xfrm>
            <a:off x="468086" y="337456"/>
            <a:ext cx="3156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 b="1" dirty="0"/>
              <a:t>DFD</a:t>
            </a:r>
            <a:r>
              <a:rPr kumimoji="1" lang="ja-JP" altLang="en-US" sz="3600" b="1" dirty="0"/>
              <a:t>レベル</a:t>
            </a:r>
            <a:r>
              <a:rPr lang="en-US" altLang="ja-JP" sz="3600" b="1" dirty="0"/>
              <a:t>1</a:t>
            </a:r>
            <a:endParaRPr kumimoji="1" lang="ja-JP" altLang="en-US" sz="3600" b="1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3317184-4AC4-15B7-F34B-6BE2E6FB6810}"/>
              </a:ext>
            </a:extLst>
          </p:cNvPr>
          <p:cNvSpPr/>
          <p:nvPr/>
        </p:nvSpPr>
        <p:spPr>
          <a:xfrm>
            <a:off x="1360713" y="1850015"/>
            <a:ext cx="2046515" cy="9470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3600" b="1" dirty="0"/>
              <a:t>利用者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D890C2E-8B83-11A3-E87D-97373387F122}"/>
              </a:ext>
            </a:extLst>
          </p:cNvPr>
          <p:cNvSpPr/>
          <p:nvPr/>
        </p:nvSpPr>
        <p:spPr>
          <a:xfrm>
            <a:off x="1360712" y="4901291"/>
            <a:ext cx="2046515" cy="9470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/>
              <a:t>管理者</a:t>
            </a:r>
            <a:endParaRPr kumimoji="1" lang="ja-JP" altLang="en-US" sz="3600" b="1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E1510E5-C336-7D6A-8D79-7379DF444B83}"/>
              </a:ext>
            </a:extLst>
          </p:cNvPr>
          <p:cNvSpPr/>
          <p:nvPr/>
        </p:nvSpPr>
        <p:spPr>
          <a:xfrm>
            <a:off x="4982934" y="809628"/>
            <a:ext cx="2226128" cy="1347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/>
              <a:t>鍵貸出処理</a:t>
            </a:r>
            <a:endParaRPr kumimoji="1" lang="en-US" altLang="ja-JP" sz="3600" b="1" dirty="0"/>
          </a:p>
        </p:txBody>
      </p:sp>
      <p:sp>
        <p:nvSpPr>
          <p:cNvPr id="2" name="楕円 1">
            <a:extLst>
              <a:ext uri="{FF2B5EF4-FFF2-40B4-BE49-F238E27FC236}">
                <a16:creationId xmlns:a16="http://schemas.microsoft.com/office/drawing/2014/main" id="{BDAF400B-4272-63AB-91A6-EA5CAE5255DD}"/>
              </a:ext>
            </a:extLst>
          </p:cNvPr>
          <p:cNvSpPr/>
          <p:nvPr/>
        </p:nvSpPr>
        <p:spPr>
          <a:xfrm>
            <a:off x="4982934" y="2509159"/>
            <a:ext cx="2226128" cy="1347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/>
              <a:t>鍵返却処理</a:t>
            </a:r>
            <a:endParaRPr kumimoji="1" lang="en-US" altLang="ja-JP" sz="3600" b="1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DBAD3D3A-6CAD-06A3-3959-B5E2158223DA}"/>
              </a:ext>
            </a:extLst>
          </p:cNvPr>
          <p:cNvSpPr/>
          <p:nvPr/>
        </p:nvSpPr>
        <p:spPr>
          <a:xfrm>
            <a:off x="4582885" y="4701266"/>
            <a:ext cx="3026227" cy="1347106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/>
              <a:t>履歴参照処理</a:t>
            </a:r>
            <a:endParaRPr kumimoji="1" lang="en-US" altLang="ja-JP" sz="3600" b="1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D49A864-03A5-77CC-A208-B8496FD15674}"/>
              </a:ext>
            </a:extLst>
          </p:cNvPr>
          <p:cNvSpPr txBox="1"/>
          <p:nvPr/>
        </p:nvSpPr>
        <p:spPr>
          <a:xfrm>
            <a:off x="9182103" y="4198917"/>
            <a:ext cx="2427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履歴情報</a:t>
            </a:r>
            <a:endParaRPr kumimoji="1" lang="en-US" altLang="ja-JP" sz="2800" dirty="0"/>
          </a:p>
          <a:p>
            <a:r>
              <a:rPr kumimoji="1" lang="ja-JP" altLang="en-US" sz="2800" dirty="0"/>
              <a:t>データベース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277B685-FFF9-CFF6-689A-2A8785122C63}"/>
              </a:ext>
            </a:extLst>
          </p:cNvPr>
          <p:cNvSpPr txBox="1"/>
          <p:nvPr/>
        </p:nvSpPr>
        <p:spPr>
          <a:xfrm>
            <a:off x="9182102" y="1372962"/>
            <a:ext cx="24275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鍵</a:t>
            </a:r>
            <a:r>
              <a:rPr kumimoji="1" lang="ja-JP" altLang="en-US" sz="2800" dirty="0"/>
              <a:t>情報</a:t>
            </a:r>
            <a:endParaRPr kumimoji="1" lang="en-US" altLang="ja-JP" sz="2800" dirty="0"/>
          </a:p>
          <a:p>
            <a:r>
              <a:rPr kumimoji="1" lang="ja-JP" altLang="en-US" sz="2800" dirty="0"/>
              <a:t>データベース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8052BDF2-2C86-7ABB-7C66-BF976951EBB5}"/>
              </a:ext>
            </a:extLst>
          </p:cNvPr>
          <p:cNvCxnSpPr/>
          <p:nvPr/>
        </p:nvCxnSpPr>
        <p:spPr>
          <a:xfrm>
            <a:off x="9089571" y="1273629"/>
            <a:ext cx="239485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EA48014-A7C9-CC33-EBC2-B145DE8EA994}"/>
              </a:ext>
            </a:extLst>
          </p:cNvPr>
          <p:cNvCxnSpPr/>
          <p:nvPr/>
        </p:nvCxnSpPr>
        <p:spPr>
          <a:xfrm>
            <a:off x="9089571" y="2334429"/>
            <a:ext cx="239485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49D4E28-CB0E-6BC4-BAF7-5A4B6B9A9D12}"/>
              </a:ext>
            </a:extLst>
          </p:cNvPr>
          <p:cNvCxnSpPr/>
          <p:nvPr/>
        </p:nvCxnSpPr>
        <p:spPr>
          <a:xfrm>
            <a:off x="9182102" y="4111831"/>
            <a:ext cx="239485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70A2749-5DE9-C6B3-D9AA-06E478A0C2AE}"/>
              </a:ext>
            </a:extLst>
          </p:cNvPr>
          <p:cNvCxnSpPr/>
          <p:nvPr/>
        </p:nvCxnSpPr>
        <p:spPr>
          <a:xfrm>
            <a:off x="9214759" y="5153024"/>
            <a:ext cx="239485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49FD6A1-CBE4-1E89-B021-3EA81C2876C4}"/>
              </a:ext>
            </a:extLst>
          </p:cNvPr>
          <p:cNvCxnSpPr>
            <a:stCxn id="5" idx="3"/>
            <a:endCxn id="7" idx="2"/>
          </p:cNvCxnSpPr>
          <p:nvPr/>
        </p:nvCxnSpPr>
        <p:spPr>
          <a:xfrm flipV="1">
            <a:off x="3407228" y="1483181"/>
            <a:ext cx="1575706" cy="840363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835350D8-D059-D114-E98B-30BBD95CCF5A}"/>
              </a:ext>
            </a:extLst>
          </p:cNvPr>
          <p:cNvCxnSpPr>
            <a:stCxn id="5" idx="3"/>
            <a:endCxn id="2" idx="2"/>
          </p:cNvCxnSpPr>
          <p:nvPr/>
        </p:nvCxnSpPr>
        <p:spPr>
          <a:xfrm>
            <a:off x="3407228" y="2323544"/>
            <a:ext cx="1575706" cy="859168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9D42197-11E1-8DA6-3043-AECE8613A948}"/>
              </a:ext>
            </a:extLst>
          </p:cNvPr>
          <p:cNvCxnSpPr>
            <a:stCxn id="6" idx="3"/>
            <a:endCxn id="3" idx="2"/>
          </p:cNvCxnSpPr>
          <p:nvPr/>
        </p:nvCxnSpPr>
        <p:spPr>
          <a:xfrm flipV="1">
            <a:off x="3407227" y="5374819"/>
            <a:ext cx="1175658" cy="1"/>
          </a:xfrm>
          <a:prstGeom prst="line">
            <a:avLst/>
          </a:prstGeom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6009D55-C71F-9C19-63C0-4847C9476D8B}"/>
              </a:ext>
            </a:extLst>
          </p:cNvPr>
          <p:cNvCxnSpPr>
            <a:stCxn id="9" idx="1"/>
            <a:endCxn id="7" idx="6"/>
          </p:cNvCxnSpPr>
          <p:nvPr/>
        </p:nvCxnSpPr>
        <p:spPr>
          <a:xfrm flipH="1" flipV="1">
            <a:off x="7209062" y="1483181"/>
            <a:ext cx="1973040" cy="366835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E553A9A3-A29F-C461-03F0-22BB7DA765ED}"/>
              </a:ext>
            </a:extLst>
          </p:cNvPr>
          <p:cNvCxnSpPr>
            <a:stCxn id="8" idx="1"/>
            <a:endCxn id="2" idx="6"/>
          </p:cNvCxnSpPr>
          <p:nvPr/>
        </p:nvCxnSpPr>
        <p:spPr>
          <a:xfrm flipH="1" flipV="1">
            <a:off x="7209062" y="3182712"/>
            <a:ext cx="1973041" cy="1493259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AAE41A7C-6CFE-66E9-DC13-3C1E8B84A7DC}"/>
              </a:ext>
            </a:extLst>
          </p:cNvPr>
          <p:cNvCxnSpPr>
            <a:stCxn id="8" idx="1"/>
            <a:endCxn id="7" idx="6"/>
          </p:cNvCxnSpPr>
          <p:nvPr/>
        </p:nvCxnSpPr>
        <p:spPr>
          <a:xfrm flipH="1" flipV="1">
            <a:off x="7209062" y="1483181"/>
            <a:ext cx="1973041" cy="319279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154767DF-A220-7EAF-C0D4-82385632196A}"/>
              </a:ext>
            </a:extLst>
          </p:cNvPr>
          <p:cNvCxnSpPr>
            <a:stCxn id="8" idx="1"/>
            <a:endCxn id="3" idx="6"/>
          </p:cNvCxnSpPr>
          <p:nvPr/>
        </p:nvCxnSpPr>
        <p:spPr>
          <a:xfrm flipH="1">
            <a:off x="7609112" y="4675971"/>
            <a:ext cx="1572991" cy="69884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CC426C1-2D57-E9FF-84E5-F6B7D540C864}"/>
              </a:ext>
            </a:extLst>
          </p:cNvPr>
          <p:cNvSpPr txBox="1"/>
          <p:nvPr/>
        </p:nvSpPr>
        <p:spPr>
          <a:xfrm>
            <a:off x="3320138" y="1041816"/>
            <a:ext cx="1494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学籍番号</a:t>
            </a:r>
            <a:endParaRPr lang="en-US" altLang="ja-JP" sz="2400" b="1" dirty="0"/>
          </a:p>
          <a:p>
            <a:r>
              <a:rPr lang="ja-JP" altLang="en-US" sz="2400" b="1" dirty="0"/>
              <a:t>鍵選択</a:t>
            </a:r>
            <a:endParaRPr kumimoji="1" lang="ja-JP" altLang="en-US" sz="2400" b="1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EBB7F0B-853C-75AB-82C5-AF1751D860A6}"/>
              </a:ext>
            </a:extLst>
          </p:cNvPr>
          <p:cNvSpPr txBox="1"/>
          <p:nvPr/>
        </p:nvSpPr>
        <p:spPr>
          <a:xfrm>
            <a:off x="3212643" y="2855101"/>
            <a:ext cx="1494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学籍番号</a:t>
            </a:r>
            <a:endParaRPr lang="en-US" altLang="ja-JP" sz="2400" b="1" dirty="0"/>
          </a:p>
          <a:p>
            <a:r>
              <a:rPr lang="ja-JP" altLang="en-US" sz="2400" b="1" dirty="0"/>
              <a:t>鍵選択</a:t>
            </a:r>
            <a:endParaRPr kumimoji="1" lang="ja-JP" altLang="en-US" sz="2400" b="1" dirty="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C3C6B13-5039-7809-C4A7-BDF218247A35}"/>
              </a:ext>
            </a:extLst>
          </p:cNvPr>
          <p:cNvSpPr txBox="1"/>
          <p:nvPr/>
        </p:nvSpPr>
        <p:spPr>
          <a:xfrm>
            <a:off x="3407227" y="5544985"/>
            <a:ext cx="1740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学籍番号</a:t>
            </a:r>
            <a:endParaRPr lang="en-US" altLang="ja-JP" sz="2400" b="1" dirty="0"/>
          </a:p>
          <a:p>
            <a:r>
              <a:rPr lang="ja-JP" altLang="en-US" sz="2400" b="1" dirty="0"/>
              <a:t>パスワード</a:t>
            </a:r>
            <a:endParaRPr kumimoji="1" lang="ja-JP" altLang="en-US" sz="2400" b="1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FE7DE4CB-8BE1-FBA2-5162-39905CE84F19}"/>
              </a:ext>
            </a:extLst>
          </p:cNvPr>
          <p:cNvSpPr txBox="1"/>
          <p:nvPr/>
        </p:nvSpPr>
        <p:spPr>
          <a:xfrm>
            <a:off x="7609112" y="699409"/>
            <a:ext cx="2226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貸出</a:t>
            </a:r>
            <a:r>
              <a:rPr lang="en-US" altLang="ja-JP" sz="2400" b="1" dirty="0"/>
              <a:t>/</a:t>
            </a:r>
            <a:r>
              <a:rPr lang="ja-JP" altLang="en-US" sz="2400" b="1" dirty="0"/>
              <a:t>返却情報</a:t>
            </a:r>
            <a:endParaRPr lang="en-US" altLang="ja-JP" sz="2400" b="1" dirty="0"/>
          </a:p>
          <a:p>
            <a:r>
              <a:rPr lang="ja-JP" altLang="en-US" sz="2400" b="1" dirty="0"/>
              <a:t>履歴</a:t>
            </a:r>
            <a:endParaRPr kumimoji="1" lang="ja-JP" altLang="en-US" sz="2400" b="1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B0C8C285-1F20-A0AD-6D76-797BB6541BD0}"/>
              </a:ext>
            </a:extLst>
          </p:cNvPr>
          <p:cNvSpPr txBox="1"/>
          <p:nvPr/>
        </p:nvSpPr>
        <p:spPr>
          <a:xfrm>
            <a:off x="8322126" y="2669726"/>
            <a:ext cx="2226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貸出</a:t>
            </a:r>
            <a:r>
              <a:rPr lang="en-US" altLang="ja-JP" sz="2400" b="1" dirty="0"/>
              <a:t>/</a:t>
            </a:r>
            <a:r>
              <a:rPr lang="ja-JP" altLang="en-US" sz="2400" b="1" dirty="0"/>
              <a:t>返却情報</a:t>
            </a:r>
            <a:endParaRPr lang="en-US" altLang="ja-JP" sz="2400" b="1" dirty="0"/>
          </a:p>
          <a:p>
            <a:r>
              <a:rPr lang="ja-JP" altLang="en-US" sz="2400" b="1" dirty="0"/>
              <a:t>履歴</a:t>
            </a:r>
            <a:endParaRPr kumimoji="1" lang="ja-JP" altLang="en-US" sz="2400" b="1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298596AE-B45D-C82A-6892-610CF1E4F5F8}"/>
              </a:ext>
            </a:extLst>
          </p:cNvPr>
          <p:cNvSpPr txBox="1"/>
          <p:nvPr/>
        </p:nvSpPr>
        <p:spPr>
          <a:xfrm>
            <a:off x="6496048" y="3758777"/>
            <a:ext cx="2226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貸出</a:t>
            </a:r>
            <a:r>
              <a:rPr lang="en-US" altLang="ja-JP" sz="2400" b="1" dirty="0"/>
              <a:t>/</a:t>
            </a:r>
            <a:r>
              <a:rPr lang="ja-JP" altLang="en-US" sz="2400" b="1" dirty="0"/>
              <a:t>返却情報</a:t>
            </a:r>
            <a:endParaRPr lang="en-US" altLang="ja-JP" sz="2400" b="1" dirty="0"/>
          </a:p>
          <a:p>
            <a:r>
              <a:rPr lang="ja-JP" altLang="en-US" sz="2400" b="1" dirty="0"/>
              <a:t>履歴</a:t>
            </a:r>
            <a:endParaRPr kumimoji="1" lang="ja-JP" altLang="en-US" sz="2400" b="1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1109B350-209F-B3B0-E07E-322CF8194FE9}"/>
              </a:ext>
            </a:extLst>
          </p:cNvPr>
          <p:cNvSpPr txBox="1"/>
          <p:nvPr/>
        </p:nvSpPr>
        <p:spPr>
          <a:xfrm>
            <a:off x="7791448" y="5222101"/>
            <a:ext cx="22261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400" b="1" dirty="0"/>
              <a:t>貸出</a:t>
            </a:r>
            <a:r>
              <a:rPr lang="en-US" altLang="ja-JP" sz="2400" b="1" dirty="0"/>
              <a:t>/</a:t>
            </a:r>
            <a:r>
              <a:rPr lang="ja-JP" altLang="en-US" sz="2400" b="1" dirty="0"/>
              <a:t>返却情報</a:t>
            </a:r>
            <a:endParaRPr lang="en-US" altLang="ja-JP" sz="2400" b="1" dirty="0"/>
          </a:p>
          <a:p>
            <a:r>
              <a:rPr lang="ja-JP" altLang="en-US" sz="2400" b="1" dirty="0"/>
              <a:t>履歴</a:t>
            </a:r>
            <a:endParaRPr kumimoji="1" lang="ja-JP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7325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76</Words>
  <Application>Microsoft Office PowerPoint</Application>
  <PresentationFormat>ワイド画面</PresentationFormat>
  <Paragraphs>34</Paragraphs>
  <Slides>2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大野 颯也</dc:creator>
  <cp:lastModifiedBy>大野 颯也</cp:lastModifiedBy>
  <cp:revision>4</cp:revision>
  <dcterms:created xsi:type="dcterms:W3CDTF">2025-12-15T13:11:12Z</dcterms:created>
  <dcterms:modified xsi:type="dcterms:W3CDTF">2025-12-24T01:11:29Z</dcterms:modified>
</cp:coreProperties>
</file>