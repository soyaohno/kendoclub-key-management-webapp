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EB857-B45B-49C9-B37E-DF6366B58CE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04930-C64F-4588-9348-EB191FE809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96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F089B-2AA0-C0B7-6417-7C25A459A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8E2932-6E35-D235-C599-BA0D19575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BBBE7F-3AD9-19D6-7612-A639EDBC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61CCEF-9CBD-1B30-CF20-A1D3325E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4C0818-1B29-8BBB-BCF5-6ABA75C2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862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83BB8-527E-BD6D-3005-EB7960C3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1676ED-3C86-59D4-9F30-64201F0F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042BA0-7462-0D69-3421-9EDA6C654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0D92C4-7300-8DF9-CDDE-81F9C9704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24DA5D-0026-CD7A-38B3-6F35E6A2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542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FAE794-7EF5-8115-7BA4-4E944B2E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636AAC-B098-7CBF-C592-6B84CF523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D3C00A-D352-9E8D-A5FD-6C2C55DD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46D121-680F-9B9A-F1E8-214856C9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261E8-E198-3324-F8E8-B4C4BE55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78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792A6A-041D-F11F-421C-F6A19BF7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656950-3592-47CF-FC7A-53CD332D5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44C331-0123-243E-9DD0-D40132B0D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1418FA-11A4-65F6-C449-21D34A1F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FC8785-7382-E2DE-B13D-8D94D1FC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0AAEB4-327E-AECB-C10F-F7426CDF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69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71F29-989C-72E3-01AE-C0248FFAD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941D33-12C3-B4AA-AD8E-9940087B5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37634B-457A-97CA-1035-CDEE8A78F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35274E-BC9B-28AA-F599-26FE82929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6EDFE6-C8EB-C847-68FF-41250C363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6CCA2E-5AE5-22B2-4184-182F252B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F815834-94C3-AA98-EA87-08EED96C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E8DDD9-DB23-55A6-DE91-E7711D80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62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33F2F-485F-CD04-3658-3D14B5A5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09FC9C-27EE-E6D7-F0B6-0684AA9F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84BB71-DD74-D469-BA70-355F92120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B33C96-42F4-199B-6156-63E6DCC0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32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4D8807-2FDB-43FF-6ED9-23B01465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EA2072-1D3F-9060-E49E-1C6A573B4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F0A033-DE05-FB39-C6A9-1C20CBB2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81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682F6-6FD2-900A-7DD6-6CCC975D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C8478-52F5-0569-2AE4-1485B666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184845-ED51-8184-B4F8-6A9AE34B7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883D17-2077-2EE0-CB7C-BC24515E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17C9C8-A244-8D6B-8771-9B541915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EDDADD-8C4E-702B-A20E-8571C89F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18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7C9991-57D6-75DA-B468-F5B22B0C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0B48EBB-E9FD-2367-F9B0-93424A142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12CC46-5EE4-818E-B90E-59158C2F5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7AD116-3D29-AC68-470D-51678BF4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BF12DD-5125-6243-C210-D2AACF3D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699193-A387-0ACB-6D0D-FC1B01E4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89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5C93BD-66B1-911B-D75D-46D6D2D3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69FAFF-36DB-ACEA-7587-F84FCA1D3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E2405D-C674-CD52-0413-CB0D31E1C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4A4CE-C149-5A9B-38E9-12F9A4F4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3501A7-7ACE-4725-3C1C-FE5415C2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5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37BDFC6-F131-1F95-73A5-E52E77DAE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55EE49-B132-6056-B11B-F42144E9F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1AE2F8-BEE5-5BD7-2629-87B44396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76DCAA-7916-2322-7E78-E463607C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D0D2D4-AFAD-881D-058C-41876370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64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23AE8B-5FE9-6900-9611-FEADFD59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820628-76BB-32AF-718A-F6EA88413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A8E630-2DD1-4184-6B4C-A6E7D0C84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720F7E-F404-E229-7E69-A7F37C257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E96586-2D16-8D09-8DF6-6B0FF9089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80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017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大野 颯也</dc:creator>
  <cp:lastModifiedBy>大野 颯也</cp:lastModifiedBy>
  <cp:revision>5</cp:revision>
  <dcterms:created xsi:type="dcterms:W3CDTF">2025-12-15T13:11:12Z</dcterms:created>
  <dcterms:modified xsi:type="dcterms:W3CDTF">2025-12-24T02:37:19Z</dcterms:modified>
</cp:coreProperties>
</file>