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607EB5-3179-826B-137F-794DB4688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7449AFC-C375-261C-1F11-DE9C62DDC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E23462-3C04-0398-6F0B-4C36336A9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C64-2CDA-4C2C-96B1-80409D01E2CE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0B5BD0-1B5C-5EE8-86F9-3400EC128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60EE2B-B577-33DF-312B-213A629A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B91D-BD91-47E0-A223-088F4AA5D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70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4E59D5-8179-76FE-97FF-C0F856ACE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30B595B-9D3D-FB7E-E835-4E82FA03B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D58DF2-B7FE-04C9-F86A-857913BA7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C64-2CDA-4C2C-96B1-80409D01E2CE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D0B00A-A97D-9276-1F70-C3258F04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AFE88E-0C3C-4A99-3679-654441151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B91D-BD91-47E0-A223-088F4AA5D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8013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5642CD-C4E1-1D19-2911-9C0C4325E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BDE7DF-4132-61D6-0B96-58266B864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7B3D47-9F49-BC2A-F45A-C552920DA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C64-2CDA-4C2C-96B1-80409D01E2CE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E58F76-E1EE-F789-E470-942821137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105F4F-A70E-676A-ACDA-E8E18E27D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B91D-BD91-47E0-A223-088F4AA5D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554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07653C-4EC7-2EA3-32B9-0EE519C5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527C4B-EB21-69BA-7459-6A7A0B258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F67E8F-EC0A-2396-CBFF-9E92DACD8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BCD703-0062-1463-9641-AA4A33E0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C64-2CDA-4C2C-96B1-80409D01E2CE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D9FD55-E063-D413-2AC0-D7C84147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09E3D0-3A4D-90F4-185A-216639BF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B91D-BD91-47E0-A223-088F4AA5D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31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C4229E-C870-4387-36B4-F40EE9AA8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5F1B9D-7928-A172-726D-38956FC9C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DA2D3A2-4CA6-A173-5554-691E8CF76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4649DB7-DB66-8557-9D43-B66AFD4CC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EDF52AE-47F3-F213-BB88-9B80C24F66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3C3216B-F6C6-D35C-F5CF-A6EFDE06C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C64-2CDA-4C2C-96B1-80409D01E2CE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C0F8BA0-275F-42C0-1581-1FAA530C9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6928D6-4109-936B-E173-353806B2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B91D-BD91-47E0-A223-088F4AA5D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8736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70B8F-A757-F82E-06DC-AC2BFC86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08E8C9-992F-EFC9-B791-1FD097FF5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C64-2CDA-4C2C-96B1-80409D01E2CE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E302A39-3E4D-2A37-891F-33480A7E0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86CA009-9282-2AE9-8C96-D4C27C3F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B91D-BD91-47E0-A223-088F4AA5D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196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1EA4CB2-1B23-D28B-0A3E-0BD4D0428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C64-2CDA-4C2C-96B1-80409D01E2CE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E5DD8B9-7AA1-B38E-4A5A-6383F960F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2AC546-6A0C-51D0-C03F-99ED93B65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B91D-BD91-47E0-A223-088F4AA5D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534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6BCF10-1672-1225-5233-96A3C00F7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DBF519-81CD-3EF9-9C91-E96D81DCC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ECDC47-0B00-E2D1-5A06-A6B15F1CA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4092041-F1E4-B544-8D9A-2E4B8B2C7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C64-2CDA-4C2C-96B1-80409D01E2CE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1122E2E-CF49-393F-59AE-E043BC2FE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FC9378-F454-BACD-42CE-DC7E8FAC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B91D-BD91-47E0-A223-088F4AA5D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2043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37F61B-0694-915C-6930-171B0D3D1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8CF2BB5-4699-657E-898F-A2EB10BF7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0E945F4-D542-5E6B-12BB-F75BC3DF0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C58C25-C6CA-D833-AB43-1B0102C5F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C64-2CDA-4C2C-96B1-80409D01E2CE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1F7BEC-06E4-A674-0499-8788C8610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9248C1-BE3E-4FD1-BEFC-474234CE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B91D-BD91-47E0-A223-088F4AA5D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0922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7FA67-D92D-D08A-E860-E06CAECB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E74840-DA07-3CAC-98DA-3D12D68E0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3F4AA5-AC0B-3D60-1F1C-715C6918C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C64-2CDA-4C2C-96B1-80409D01E2CE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D1936B-6E26-D68C-F1C3-47A1661A6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133012-9D8F-70D2-1EA3-3DF57553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B91D-BD91-47E0-A223-088F4AA5D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618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9B4CBA4-F6F2-F433-1B33-F5DF222CC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086212A-FA6D-5846-FF2D-45488E8CC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0B11C2-2A21-3ED6-50CB-CF90A303D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89C64-2CDA-4C2C-96B1-80409D01E2CE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9BA85A-7260-3F20-C31E-60C33342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576F12-1E35-5BD0-899D-743DF907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AB91D-BD91-47E0-A223-088F4AA5D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6250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0EDA0BF-734C-4A78-173D-CE90139A2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00D06E-6D90-D1BB-87DB-92AC3E00A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056C5B-6D56-3E79-C192-66F5975C8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89C64-2CDA-4C2C-96B1-80409D01E2CE}" type="datetimeFigureOut">
              <a:rPr kumimoji="1" lang="ja-JP" altLang="en-US" smtClean="0"/>
              <a:t>2025/12/15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44E04D-0550-0DA7-0265-EBBCCF243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98B20F-A80C-E480-1B82-4E0586BF2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AB91D-BD91-47E0-A223-088F4AA5D19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8965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22B4E1-05B5-08FC-1100-AD201B0B1048}"/>
              </a:ext>
            </a:extLst>
          </p:cNvPr>
          <p:cNvSpPr/>
          <p:nvPr/>
        </p:nvSpPr>
        <p:spPr>
          <a:xfrm>
            <a:off x="2895600" y="549730"/>
            <a:ext cx="6400800" cy="535577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ja-JP" altLang="en-US" sz="2400" b="1" dirty="0"/>
              <a:t>鍵管理</a:t>
            </a:r>
            <a:r>
              <a:rPr lang="en-US" altLang="ja-JP" sz="2400" b="1" dirty="0"/>
              <a:t>Web</a:t>
            </a:r>
            <a:r>
              <a:rPr lang="ja-JP" altLang="en-US" sz="2400" b="1" dirty="0"/>
              <a:t>アプリ</a:t>
            </a:r>
            <a:endParaRPr kumimoji="1" lang="ja-JP" altLang="en-US" sz="2400" b="1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B29FE455-0941-A199-BEE8-B8B8542FF251}"/>
              </a:ext>
            </a:extLst>
          </p:cNvPr>
          <p:cNvSpPr>
            <a:spLocks/>
          </p:cNvSpPr>
          <p:nvPr/>
        </p:nvSpPr>
        <p:spPr>
          <a:xfrm>
            <a:off x="1175658" y="918725"/>
            <a:ext cx="696685" cy="64225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08900AD-079B-DDB5-20CF-64AD90EA146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1524001" y="1560983"/>
            <a:ext cx="0" cy="707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DCFD90F-5ACD-8EF6-7DC2-F8C37662B744}"/>
              </a:ext>
            </a:extLst>
          </p:cNvPr>
          <p:cNvCxnSpPr>
            <a:cxnSpLocks/>
          </p:cNvCxnSpPr>
          <p:nvPr/>
        </p:nvCxnSpPr>
        <p:spPr>
          <a:xfrm>
            <a:off x="859971" y="1691611"/>
            <a:ext cx="12627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4DE0D3C-C2C3-2B7C-A871-DFE3504B2621}"/>
              </a:ext>
            </a:extLst>
          </p:cNvPr>
          <p:cNvCxnSpPr>
            <a:cxnSpLocks/>
          </p:cNvCxnSpPr>
          <p:nvPr/>
        </p:nvCxnSpPr>
        <p:spPr>
          <a:xfrm flipH="1">
            <a:off x="1045029" y="2268554"/>
            <a:ext cx="478972" cy="4463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444A401B-F881-B2F4-680A-CFCEFC0ED044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2279440"/>
            <a:ext cx="511630" cy="435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2606329-24AF-47D5-FB20-C83F028073ED}"/>
              </a:ext>
            </a:extLst>
          </p:cNvPr>
          <p:cNvSpPr txBox="1"/>
          <p:nvPr/>
        </p:nvSpPr>
        <p:spPr>
          <a:xfrm>
            <a:off x="1045032" y="2846228"/>
            <a:ext cx="1774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利用者</a:t>
            </a:r>
            <a:endParaRPr kumimoji="1" lang="ja-JP" altLang="en-US" sz="2400" b="1" dirty="0"/>
          </a:p>
        </p:txBody>
      </p:sp>
      <p:sp>
        <p:nvSpPr>
          <p:cNvPr id="16" name="円柱 15">
            <a:extLst>
              <a:ext uri="{FF2B5EF4-FFF2-40B4-BE49-F238E27FC236}">
                <a16:creationId xmlns:a16="http://schemas.microsoft.com/office/drawing/2014/main" id="{8D0C3F56-C832-E65E-D4E0-69600BA8A3E9}"/>
              </a:ext>
            </a:extLst>
          </p:cNvPr>
          <p:cNvSpPr/>
          <p:nvPr/>
        </p:nvSpPr>
        <p:spPr>
          <a:xfrm>
            <a:off x="9862457" y="2443843"/>
            <a:ext cx="1970314" cy="1970314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4F0EA58-248E-3B40-F7C1-133931724261}"/>
              </a:ext>
            </a:extLst>
          </p:cNvPr>
          <p:cNvSpPr txBox="1"/>
          <p:nvPr/>
        </p:nvSpPr>
        <p:spPr>
          <a:xfrm>
            <a:off x="9862457" y="4425043"/>
            <a:ext cx="2100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データベース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8F814F14-626B-C221-ADC6-ADEA8AECDB8E}"/>
              </a:ext>
            </a:extLst>
          </p:cNvPr>
          <p:cNvSpPr/>
          <p:nvPr/>
        </p:nvSpPr>
        <p:spPr>
          <a:xfrm>
            <a:off x="4604657" y="1080406"/>
            <a:ext cx="2982686" cy="148045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/>
              <a:t>鍵の貸出</a:t>
            </a:r>
            <a:endParaRPr lang="en-US" altLang="ja-JP" sz="2400" b="1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653296CC-2EEA-A619-EA20-7A8BAB713E33}"/>
              </a:ext>
            </a:extLst>
          </p:cNvPr>
          <p:cNvSpPr/>
          <p:nvPr/>
        </p:nvSpPr>
        <p:spPr>
          <a:xfrm>
            <a:off x="4604657" y="2688771"/>
            <a:ext cx="2982686" cy="148045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/>
              <a:t>鍵の返却</a:t>
            </a: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E62C8067-410E-FAB6-C595-26400E184A78}"/>
              </a:ext>
            </a:extLst>
          </p:cNvPr>
          <p:cNvSpPr/>
          <p:nvPr/>
        </p:nvSpPr>
        <p:spPr>
          <a:xfrm>
            <a:off x="4604657" y="4297136"/>
            <a:ext cx="2982686" cy="148045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/>
              <a:t>履歴の確認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8DFFF9BA-8EE5-EDA6-4393-3D8E8BB96C5D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2204355" y="1820635"/>
            <a:ext cx="2400302" cy="32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D7EF7072-B661-137F-6FA2-C7D730460C83}"/>
              </a:ext>
            </a:extLst>
          </p:cNvPr>
          <p:cNvCxnSpPr>
            <a:cxnSpLocks/>
            <a:endCxn id="20" idx="2"/>
          </p:cNvCxnSpPr>
          <p:nvPr/>
        </p:nvCxnSpPr>
        <p:spPr>
          <a:xfrm>
            <a:off x="2220686" y="1848094"/>
            <a:ext cx="2383971" cy="1580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6AA8B716-E4FA-F5DC-A306-B69B9EB508EC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2177146" y="5037365"/>
            <a:ext cx="24275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805FD2F8-A5BF-A24B-5E7C-46489980BF4C}"/>
              </a:ext>
            </a:extLst>
          </p:cNvPr>
          <p:cNvCxnSpPr>
            <a:stCxn id="20" idx="6"/>
            <a:endCxn id="16" idx="2"/>
          </p:cNvCxnSpPr>
          <p:nvPr/>
        </p:nvCxnSpPr>
        <p:spPr>
          <a:xfrm>
            <a:off x="7587343" y="3429000"/>
            <a:ext cx="22751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B2212C62-553F-33E4-4DFA-3170A377C33F}"/>
              </a:ext>
            </a:extLst>
          </p:cNvPr>
          <p:cNvCxnSpPr>
            <a:stCxn id="18" idx="6"/>
            <a:endCxn id="16" idx="2"/>
          </p:cNvCxnSpPr>
          <p:nvPr/>
        </p:nvCxnSpPr>
        <p:spPr>
          <a:xfrm>
            <a:off x="7587343" y="1820635"/>
            <a:ext cx="2275114" cy="1608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6327B06F-7CBF-856E-14F0-1F40C7986AB7}"/>
              </a:ext>
            </a:extLst>
          </p:cNvPr>
          <p:cNvCxnSpPr>
            <a:stCxn id="21" idx="6"/>
            <a:endCxn id="16" idx="2"/>
          </p:cNvCxnSpPr>
          <p:nvPr/>
        </p:nvCxnSpPr>
        <p:spPr>
          <a:xfrm flipV="1">
            <a:off x="7587343" y="3429000"/>
            <a:ext cx="2275114" cy="1608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楕円 39">
            <a:extLst>
              <a:ext uri="{FF2B5EF4-FFF2-40B4-BE49-F238E27FC236}">
                <a16:creationId xmlns:a16="http://schemas.microsoft.com/office/drawing/2014/main" id="{E8DCFB85-1FA9-F3A6-9D0F-256445E2BF29}"/>
              </a:ext>
            </a:extLst>
          </p:cNvPr>
          <p:cNvSpPr>
            <a:spLocks/>
          </p:cNvSpPr>
          <p:nvPr/>
        </p:nvSpPr>
        <p:spPr>
          <a:xfrm>
            <a:off x="1164772" y="3976007"/>
            <a:ext cx="696685" cy="64225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DC08C2A9-1E7D-9CD9-6DE9-FBB62F6E55DB}"/>
              </a:ext>
            </a:extLst>
          </p:cNvPr>
          <p:cNvCxnSpPr>
            <a:cxnSpLocks/>
            <a:stCxn id="40" idx="4"/>
          </p:cNvCxnSpPr>
          <p:nvPr/>
        </p:nvCxnSpPr>
        <p:spPr>
          <a:xfrm>
            <a:off x="1513115" y="4618265"/>
            <a:ext cx="0" cy="707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70234967-ABB2-AE1A-07D5-844F85E9A053}"/>
              </a:ext>
            </a:extLst>
          </p:cNvPr>
          <p:cNvCxnSpPr>
            <a:cxnSpLocks/>
          </p:cNvCxnSpPr>
          <p:nvPr/>
        </p:nvCxnSpPr>
        <p:spPr>
          <a:xfrm>
            <a:off x="849085" y="4748893"/>
            <a:ext cx="126274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E67E1F25-843E-2949-61BB-27D3EC681C27}"/>
              </a:ext>
            </a:extLst>
          </p:cNvPr>
          <p:cNvCxnSpPr>
            <a:cxnSpLocks/>
          </p:cNvCxnSpPr>
          <p:nvPr/>
        </p:nvCxnSpPr>
        <p:spPr>
          <a:xfrm flipH="1">
            <a:off x="1034143" y="5325836"/>
            <a:ext cx="478972" cy="4463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60034449-4957-79F9-377E-DDD9894DE578}"/>
              </a:ext>
            </a:extLst>
          </p:cNvPr>
          <p:cNvCxnSpPr>
            <a:cxnSpLocks/>
          </p:cNvCxnSpPr>
          <p:nvPr/>
        </p:nvCxnSpPr>
        <p:spPr>
          <a:xfrm flipH="1" flipV="1">
            <a:off x="1513114" y="5336722"/>
            <a:ext cx="511630" cy="435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D3619E52-B445-62B0-A1B7-99B43CB4323E}"/>
              </a:ext>
            </a:extLst>
          </p:cNvPr>
          <p:cNvSpPr txBox="1"/>
          <p:nvPr/>
        </p:nvSpPr>
        <p:spPr>
          <a:xfrm>
            <a:off x="1055918" y="5963139"/>
            <a:ext cx="1774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管理者</a:t>
            </a:r>
          </a:p>
        </p:txBody>
      </p:sp>
    </p:spTree>
    <p:extLst>
      <p:ext uri="{BB962C8B-B14F-4D97-AF65-F5344CB8AC3E}">
        <p14:creationId xmlns:p14="http://schemas.microsoft.com/office/powerpoint/2010/main" val="309636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</Words>
  <Application>Microsoft Office PowerPoint</Application>
  <PresentationFormat>ワイド画面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大野 颯也</dc:creator>
  <cp:lastModifiedBy>大野 颯也</cp:lastModifiedBy>
  <cp:revision>1</cp:revision>
  <dcterms:created xsi:type="dcterms:W3CDTF">2025-12-15T06:21:06Z</dcterms:created>
  <dcterms:modified xsi:type="dcterms:W3CDTF">2025-12-15T06:38:17Z</dcterms:modified>
</cp:coreProperties>
</file>